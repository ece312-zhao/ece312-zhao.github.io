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3.xml" ContentType="application/vnd.openxmlformats-officedocument.theme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theme/theme4.xml" ContentType="application/vnd.openxmlformats-officedocument.theme+xml"/>
  <Override PartName="/ppt/theme/theme5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>
  <p:sldMasterIdLst>
    <p:sldMasterId id="2147483679" r:id="rId1"/>
    <p:sldMasterId id="2147483648" r:id="rId2"/>
    <p:sldMasterId id="2147483659" r:id="rId3"/>
    <p:sldMasterId id="2147483669" r:id="rId4"/>
  </p:sldMasterIdLst>
  <p:notesMasterIdLst>
    <p:notesMasterId r:id="rId13"/>
  </p:notesMasterIdLst>
  <p:sldIdLst>
    <p:sldId id="711" r:id="rId5"/>
    <p:sldId id="715" r:id="rId6"/>
    <p:sldId id="712" r:id="rId7"/>
    <p:sldId id="713" r:id="rId8"/>
    <p:sldId id="714" r:id="rId9"/>
    <p:sldId id="710" r:id="rId10"/>
    <p:sldId id="708" r:id="rId11"/>
    <p:sldId id="709" r:id="rId12"/>
  </p:sldIdLst>
  <p:sldSz cx="9144000" cy="5143500" type="screen16x9"/>
  <p:notesSz cx="6858000" cy="931386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5pPr>
    <a:lvl6pPr marL="22860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6pPr>
    <a:lvl7pPr marL="27432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7pPr>
    <a:lvl8pPr marL="32004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8pPr>
    <a:lvl9pPr marL="3657600" algn="l" defTabSz="914400" rtl="0" eaLnBrk="1" latinLnBrk="0" hangingPunct="1">
      <a:defRPr sz="2400" kern="1200">
        <a:solidFill>
          <a:schemeClr val="tx1"/>
        </a:solidFill>
        <a:latin typeface="Arial" charset="0"/>
        <a:ea typeface="ヒラギノ角ゴ Pro W3"/>
        <a:cs typeface="Arial" charset="0"/>
      </a:defRPr>
    </a:lvl9pPr>
  </p:defaultTextStyle>
  <p:extLst>
    <p:ext uri="{521415D9-36F7-43E2-AB2F-B90AF26B5E84}">
      <p14:sectionLst xmlns:p14="http://schemas.microsoft.com/office/powerpoint/2010/main">
        <p14:section name="templates" id="{3540F3E4-3A56-594D-A98C-62123F4F527F}">
          <p14:sldIdLst>
            <p14:sldId id="711"/>
            <p14:sldId id="715"/>
            <p14:sldId id="712"/>
            <p14:sldId id="713"/>
            <p14:sldId id="714"/>
            <p14:sldId id="710"/>
            <p14:sldId id="708"/>
            <p14:sldId id="709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prnPr prnWhat="notes" clrMode="bw"/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333F48"/>
    <a:srgbClr val="A6CC57"/>
    <a:srgbClr val="00A8B6"/>
    <a:srgbClr val="FDEAD2"/>
    <a:srgbClr val="BF5700"/>
    <a:srgbClr val="C6531F"/>
    <a:srgbClr val="C01338"/>
    <a:srgbClr val="C00000"/>
    <a:srgbClr val="79C82A"/>
    <a:srgbClr val="DE7E7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596" autoAdjust="0"/>
    <p:restoredTop sz="90890" autoAdjust="0"/>
  </p:normalViewPr>
  <p:slideViewPr>
    <p:cSldViewPr>
      <p:cViewPr varScale="1">
        <p:scale>
          <a:sx n="143" d="100"/>
          <a:sy n="143" d="100"/>
        </p:scale>
        <p:origin x="216" y="352"/>
      </p:cViewPr>
      <p:guideLst>
        <p:guide orient="horz" pos="162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notesMaster" Target="notesMasters/notesMaster1.xml"/><Relationship Id="rId3" Type="http://schemas.openxmlformats.org/officeDocument/2006/relationships/slideMaster" Target="slideMasters/slideMaster3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tableStyles" Target="tableStyles.xml"/><Relationship Id="rId2" Type="http://schemas.openxmlformats.org/officeDocument/2006/relationships/slideMaster" Target="slideMasters/slideMaster2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4" Type="http://schemas.openxmlformats.org/officeDocument/2006/relationships/slideMaster" Target="slideMasters/slideMaster4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5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5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79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3884613" y="0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F6FD56A5-6355-4B13-B783-7CC5477550B3}" type="datetimeFigureOut">
              <a:rPr lang="en-US"/>
              <a:pPr>
                <a:defRPr/>
              </a:pPr>
              <a:t>2/24/26</a:t>
            </a:fld>
            <a:endParaRPr lang="en-US"/>
          </a:p>
        </p:txBody>
      </p:sp>
      <p:sp>
        <p:nvSpPr>
          <p:cNvPr id="16388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327025" y="700088"/>
            <a:ext cx="6203950" cy="3490912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458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685800" y="4424085"/>
            <a:ext cx="5486400" cy="41912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2458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endParaRPr lang="en-US"/>
          </a:p>
        </p:txBody>
      </p:sp>
      <p:sp>
        <p:nvSpPr>
          <p:cNvPr id="2458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4613" y="8846554"/>
            <a:ext cx="2971800" cy="46569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332" tIns="45666" rIns="91332" bIns="45666" numCol="1" anchor="b" anchorCtr="0" compatLnSpc="1">
            <a:prstTxWarp prst="textNoShape">
              <a:avLst/>
            </a:prstTxWarp>
          </a:bodyPr>
          <a:lstStyle>
            <a:lvl1pPr algn="r" eaLnBrk="0" hangingPunct="0">
              <a:defRPr sz="1200">
                <a:cs typeface="ヒラギノ角ゴ Pro W3"/>
              </a:defRPr>
            </a:lvl1pPr>
          </a:lstStyle>
          <a:p>
            <a:pPr>
              <a:defRPr/>
            </a:pPr>
            <a:fld id="{6E074355-CE0D-4C68-A6CB-C364ED71B33B}" type="slidenum">
              <a:rPr lang="en-US"/>
              <a:pPr>
                <a:defRPr/>
              </a:pPr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09097956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Calibri" pitchFamily="34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6879990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527696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34451539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7704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6E074355-CE0D-4C68-A6CB-C364ED71B33B}" type="slidenum">
              <a:rPr lang="en-US" smtClean="0"/>
              <a:pPr>
                <a:defRPr/>
              </a:pPr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455110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21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2914650"/>
            <a:ext cx="7772400" cy="1314450"/>
          </a:xfrm>
        </p:spPr>
        <p:txBody>
          <a:bodyPr/>
          <a:lstStyle>
            <a:lvl1pPr marL="0" indent="0" algn="l">
              <a:buNone/>
              <a:defRPr>
                <a:solidFill>
                  <a:schemeClr val="bg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7"/>
            <a:ext cx="7772400" cy="1247774"/>
          </a:xfrm>
        </p:spPr>
        <p:txBody>
          <a:bodyPr anchor="t"/>
          <a:lstStyle>
            <a:lvl1pPr algn="l">
              <a:defRPr sz="4000" b="1" cap="all"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200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A599C950-0CDD-A035-08FD-C97C2EA2850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0C4AAB63-BA0D-1EFC-E588-07C01114581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3">
            <a:extLst>
              <a:ext uri="{FF2B5EF4-FFF2-40B4-BE49-F238E27FC236}">
                <a16:creationId xmlns:a16="http://schemas.microsoft.com/office/drawing/2014/main" id="{5ABC10CF-4DF4-AB0D-7ECE-A28A5589B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>
            <a:extLst>
              <a:ext uri="{FF2B5EF4-FFF2-40B4-BE49-F238E27FC236}">
                <a16:creationId xmlns:a16="http://schemas.microsoft.com/office/drawing/2014/main" id="{CCCF270B-CF5E-9E77-5076-42112E7657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>
            <a:extLst>
              <a:ext uri="{FF2B5EF4-FFF2-40B4-BE49-F238E27FC236}">
                <a16:creationId xmlns:a16="http://schemas.microsoft.com/office/drawing/2014/main" id="{464A62F6-9C8C-4AF8-2097-9E4778C6485A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>
            <a:extLst>
              <a:ext uri="{FF2B5EF4-FFF2-40B4-BE49-F238E27FC236}">
                <a16:creationId xmlns:a16="http://schemas.microsoft.com/office/drawing/2014/main" id="{AFDDF1D8-13EC-9DA1-34E9-C1C120DC336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343"/>
            <a:ext cx="7772400" cy="1102995"/>
          </a:xfrm>
        </p:spPr>
        <p:txBody>
          <a:bodyPr/>
          <a:lstStyle>
            <a:lvl1pPr>
              <a:defRPr>
                <a:solidFill>
                  <a:schemeClr val="bg2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  <a:latin typeface="Arial"/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5613310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48940"/>
          </a:xfrm>
        </p:spPr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9307834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5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859884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01752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6067509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436964475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36138400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bg2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</p:spTree>
    <p:extLst>
      <p:ext uri="{BB962C8B-B14F-4D97-AF65-F5344CB8AC3E}">
        <p14:creationId xmlns:p14="http://schemas.microsoft.com/office/powerpoint/2010/main" val="1969085806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</p:spPr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682496"/>
            <a:ext cx="8229600" cy="291465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7750153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>
                <a:latin typeface="Arial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bg2"/>
                </a:solidFill>
                <a:latin typeface="Arial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67915884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82496"/>
            <a:ext cx="4038600" cy="3108722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5404377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420688" y="641510"/>
            <a:ext cx="3008313" cy="8715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Content Placeholder 2"/>
          <p:cNvSpPr>
            <a:spLocks noGrp="1"/>
          </p:cNvSpPr>
          <p:nvPr>
            <p:ph idx="1"/>
          </p:nvPr>
        </p:nvSpPr>
        <p:spPr>
          <a:xfrm>
            <a:off x="3575050" y="920884"/>
            <a:ext cx="5111750" cy="405116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420688" y="1601629"/>
            <a:ext cx="3008313" cy="3141821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49021776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title"/>
          </p:nvPr>
        </p:nvSpPr>
        <p:spPr>
          <a:xfrm>
            <a:off x="1792288" y="3829050"/>
            <a:ext cx="5486400" cy="42576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6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85800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7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54817"/>
            <a:ext cx="5486400" cy="60293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2670816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g"/><Relationship Id="rId1" Type="http://schemas.openxmlformats.org/officeDocument/2006/relationships/theme" Target="../theme/theme1.xml"/></Relationships>
</file>

<file path=ppt/slideMasters/_rels/slideMaster2.xml.rels><?xml version="1.0" encoding="UTF-8" standalone="yes"?>
<Relationships xmlns="http://schemas.openxmlformats.org/package/2006/relationships"><Relationship Id="rId8" Type="http://schemas.openxmlformats.org/officeDocument/2006/relationships/image" Target="../media/image2.jpg"/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_rels/slideMaster3.xml.rels><?xml version="1.0" encoding="UTF-8" standalone="yes"?>
<Relationships xmlns="http://schemas.openxmlformats.org/package/2006/relationships"><Relationship Id="rId8" Type="http://schemas.openxmlformats.org/officeDocument/2006/relationships/image" Target="../media/image3.jpg"/><Relationship Id="rId3" Type="http://schemas.openxmlformats.org/officeDocument/2006/relationships/slideLayout" Target="../slideLayouts/slideLayout9.xml"/><Relationship Id="rId7" Type="http://schemas.openxmlformats.org/officeDocument/2006/relationships/theme" Target="../theme/theme3.xml"/><Relationship Id="rId2" Type="http://schemas.openxmlformats.org/officeDocument/2006/relationships/slideLayout" Target="../slideLayouts/slideLayout8.xml"/><Relationship Id="rId1" Type="http://schemas.openxmlformats.org/officeDocument/2006/relationships/slideLayout" Target="../slideLayouts/slideLayout7.xml"/><Relationship Id="rId6" Type="http://schemas.openxmlformats.org/officeDocument/2006/relationships/slideLayout" Target="../slideLayouts/slideLayout12.xml"/><Relationship Id="rId5" Type="http://schemas.openxmlformats.org/officeDocument/2006/relationships/slideLayout" Target="../slideLayouts/slideLayout11.xml"/><Relationship Id="rId4" Type="http://schemas.openxmlformats.org/officeDocument/2006/relationships/slideLayout" Target="../slideLayouts/slideLayout10.xml"/></Relationships>
</file>

<file path=ppt/slideMasters/_rels/slideMaster4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jpg"/><Relationship Id="rId3" Type="http://schemas.openxmlformats.org/officeDocument/2006/relationships/slideLayout" Target="../slideLayouts/slideLayout15.xml"/><Relationship Id="rId7" Type="http://schemas.openxmlformats.org/officeDocument/2006/relationships/theme" Target="../theme/theme4.xml"/><Relationship Id="rId2" Type="http://schemas.openxmlformats.org/officeDocument/2006/relationships/slideLayout" Target="../slideLayouts/slideLayout14.xml"/><Relationship Id="rId1" Type="http://schemas.openxmlformats.org/officeDocument/2006/relationships/slideLayout" Target="../slideLayouts/slideLayout13.xml"/><Relationship Id="rId6" Type="http://schemas.openxmlformats.org/officeDocument/2006/relationships/slideLayout" Target="../slideLayouts/slideLayout18.xml"/><Relationship Id="rId5" Type="http://schemas.openxmlformats.org/officeDocument/2006/relationships/slideLayout" Target="../slideLayouts/slideLayout17.xml"/><Relationship Id="rId4" Type="http://schemas.openxmlformats.org/officeDocument/2006/relationships/slideLayout" Target="../slideLayouts/slideLayout16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Placeholder 7"/>
          <p:cNvSpPr>
            <a:spLocks noGrp="1"/>
          </p:cNvSpPr>
          <p:nvPr>
            <p:ph type="title"/>
          </p:nvPr>
        </p:nvSpPr>
        <p:spPr>
          <a:xfrm>
            <a:off x="49530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/>
          <a:p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0" name="Text Placeholder 9"/>
          <p:cNvSpPr>
            <a:spLocks noGrp="1"/>
          </p:cNvSpPr>
          <p:nvPr>
            <p:ph type="body" idx="1"/>
          </p:nvPr>
        </p:nvSpPr>
        <p:spPr>
          <a:xfrm>
            <a:off x="49530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cxnSp>
        <p:nvCxnSpPr>
          <p:cNvPr id="14" name="Straight Connector 13"/>
          <p:cNvCxnSpPr/>
          <p:nvPr userDrawn="1"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Text Placeholder 9"/>
          <p:cNvSpPr txBox="1">
            <a:spLocks/>
          </p:cNvSpPr>
          <p:nvPr userDrawn="1"/>
        </p:nvSpPr>
        <p:spPr>
          <a:xfrm>
            <a:off x="490384" y="41719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6" name="Text Placeholder 9"/>
          <p:cNvSpPr txBox="1">
            <a:spLocks/>
          </p:cNvSpPr>
          <p:nvPr userDrawn="1"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</p:spTree>
    <p:extLst>
      <p:ext uri="{BB962C8B-B14F-4D97-AF65-F5344CB8AC3E}">
        <p14:creationId xmlns:p14="http://schemas.microsoft.com/office/powerpoint/2010/main" val="1503322918"/>
      </p:ext>
    </p:extLst>
  </p:cSld>
  <p:clrMap bg1="lt1" tx1="dk1" bg2="lt2" tx2="dk2" accent1="accent1" accent2="accent2" accent3="accent3" accent4="accent4" accent5="accent5" accent6="accent6" hlink="hlink" folHlink="folHlink"/>
  <p:txStyles>
    <p:titleStyle>
      <a:lvl1pPr algn="l" defTabSz="914400" rtl="0" eaLnBrk="1" latinLnBrk="0" hangingPunct="1">
        <a:lnSpc>
          <a:spcPts val="4000"/>
        </a:lnSpc>
        <a:spcBef>
          <a:spcPct val="0"/>
        </a:spcBef>
        <a:buNone/>
        <a:defRPr sz="4800" b="1" i="0" kern="800" cap="all" normalizeH="0" baseline="0">
          <a:solidFill>
            <a:schemeClr val="bg1"/>
          </a:solidFill>
          <a:latin typeface="Arial Black" charset="0"/>
          <a:ea typeface="Arial Black" charset="0"/>
          <a:cs typeface="Arial Black" charset="0"/>
        </a:defRPr>
      </a:lvl1pPr>
    </p:titleStyle>
    <p:bodyStyle>
      <a:lvl1pPr marL="0" indent="0" algn="l" defTabSz="914400" rtl="0" eaLnBrk="1" latinLnBrk="0" hangingPunct="1">
        <a:lnSpc>
          <a:spcPct val="90000"/>
        </a:lnSpc>
        <a:spcBef>
          <a:spcPts val="1000"/>
        </a:spcBef>
        <a:buFont typeface="Arial"/>
        <a:buNone/>
        <a:defRPr sz="1400" b="0" i="0" kern="1200" baseline="0">
          <a:solidFill>
            <a:schemeClr val="bg1"/>
          </a:solidFill>
          <a:latin typeface="Arial" charset="0"/>
          <a:ea typeface="Arial" charset="0"/>
          <a:cs typeface="Arial" charset="0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4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20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b="0" i="0" kern="1200">
          <a:solidFill>
            <a:schemeClr val="bg1"/>
          </a:solidFill>
          <a:latin typeface="Arial" charset="0"/>
          <a:ea typeface="Arial" charset="0"/>
          <a:cs typeface="Arial" charset="0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2496"/>
            <a:ext cx="8229600" cy="295351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4" r:id="rId5"/>
    <p:sldLayoutId id="2147483657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1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1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1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1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1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1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80210"/>
            <a:ext cx="8229600" cy="294894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78182391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0" r:id="rId1"/>
    <p:sldLayoutId id="2147483661" r:id="rId2"/>
    <p:sldLayoutId id="2147483662" r:id="rId3"/>
    <p:sldLayoutId id="2147483663" r:id="rId4"/>
    <p:sldLayoutId id="2147483667" r:id="rId5"/>
    <p:sldLayoutId id="214748366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8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685800"/>
            <a:ext cx="8229600" cy="85725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9972"/>
            <a:ext cx="8229600" cy="291465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9163865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0" r:id="rId1"/>
    <p:sldLayoutId id="2147483671" r:id="rId2"/>
    <p:sldLayoutId id="2147483672" r:id="rId3"/>
    <p:sldLayoutId id="2147483673" r:id="rId4"/>
    <p:sldLayoutId id="2147483677" r:id="rId5"/>
    <p:sldLayoutId id="2147483678" r:id="rId6"/>
  </p:sldLayoutIdLst>
  <p:txStyles>
    <p:titleStyle>
      <a:lvl1pPr algn="l" defTabSz="457200" rtl="0" eaLnBrk="1" latinLnBrk="0" hangingPunct="1">
        <a:spcBef>
          <a:spcPct val="0"/>
        </a:spcBef>
        <a:buNone/>
        <a:defRPr sz="4400" kern="1200">
          <a:solidFill>
            <a:schemeClr val="bg2"/>
          </a:solidFill>
          <a:latin typeface="Arial" panose="020B0604020202020204" pitchFamily="34" charset="0"/>
          <a:ea typeface="+mj-ea"/>
          <a:cs typeface="Arial" panose="020B0604020202020204" pitchFamily="34" charset="0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bg2"/>
          </a:solidFill>
          <a:latin typeface="Arial" panose="020B0604020202020204" pitchFamily="34" charset="0"/>
          <a:ea typeface="+mn-ea"/>
          <a:cs typeface="Arial" panose="020B0604020202020204" pitchFamily="34" charset="0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5.xml"/><Relationship Id="rId4" Type="http://schemas.openxmlformats.org/officeDocument/2006/relationships/image" Target="../media/image5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5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>
                <a:latin typeface="Arial Black" charset="0"/>
              </a:rPr>
              <a:t>Month </a:t>
            </a:r>
            <a:r>
              <a:rPr lang="en-US" sz="1200" cap="all">
                <a:latin typeface="Arial Black" charset="0"/>
              </a:rPr>
              <a:t>20XX</a:t>
            </a:r>
            <a:endParaRPr lang="en-US" sz="1200" b="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758402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5724004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3473991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BF57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/>
              <a:t>Position/Role,</a:t>
            </a:r>
            <a:r>
              <a:rPr lang="en-US" sz="1050" baseline="0" dirty="0"/>
              <a:t> The University of Texas at Austin</a:t>
            </a:r>
            <a:endParaRPr lang="en-US" sz="1050" dirty="0"/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latin typeface="Arial Black" charset="0"/>
              </a:rPr>
              <a:t>Month 20xx</a:t>
            </a:r>
            <a:endParaRPr lang="en-US" sz="1200" b="0" dirty="0"/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</a:t>
            </a:r>
            <a:br>
              <a:rPr lang="en-US" dirty="0"/>
            </a:br>
            <a:r>
              <a:rPr lang="en-US" dirty="0"/>
              <a:t>headline here</a:t>
            </a:r>
            <a:br>
              <a:rPr lang="en-US" dirty="0"/>
            </a:br>
            <a:r>
              <a:rPr lang="en-US" dirty="0"/>
              <a:t>up to 3 lines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/>
              <a:t>Insert your subtitle or any additional description text here up to</a:t>
            </a:r>
            <a:br>
              <a:rPr lang="en-US" dirty="0"/>
            </a:br>
            <a:r>
              <a:rPr lang="en-US" dirty="0"/>
              <a:t>two lines of text or you can delete this text box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91054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Straight Connector 9"/>
          <p:cNvCxnSpPr/>
          <p:nvPr/>
        </p:nvCxnSpPr>
        <p:spPr>
          <a:xfrm>
            <a:off x="628650" y="3105150"/>
            <a:ext cx="5619750" cy="0"/>
          </a:xfrm>
          <a:prstGeom prst="line">
            <a:avLst/>
          </a:prstGeom>
          <a:ln w="19050">
            <a:solidFill>
              <a:srgbClr val="BF57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Text Placeholder 9"/>
          <p:cNvSpPr txBox="1">
            <a:spLocks/>
          </p:cNvSpPr>
          <p:nvPr/>
        </p:nvSpPr>
        <p:spPr>
          <a:xfrm>
            <a:off x="548640" y="4114800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lnSpc>
                <a:spcPct val="50000"/>
              </a:lnSpc>
              <a:spcAft>
                <a:spcPts val="0"/>
              </a:spcAft>
            </a:pPr>
            <a:r>
              <a:rPr lang="en-US" sz="1050" b="0" i="0" cap="all" baseline="0" dirty="0">
                <a:solidFill>
                  <a:srgbClr val="BF5700"/>
                </a:solidFill>
                <a:latin typeface="Arial Black" charset="0"/>
              </a:rPr>
              <a:t>Presenter or speaker name</a:t>
            </a:r>
          </a:p>
          <a:p>
            <a:pPr fontAlgn="auto">
              <a:lnSpc>
                <a:spcPct val="30000"/>
              </a:lnSpc>
              <a:spcAft>
                <a:spcPts val="0"/>
              </a:spcAft>
            </a:pPr>
            <a:r>
              <a:rPr lang="en-US" sz="1050" dirty="0">
                <a:solidFill>
                  <a:srgbClr val="BF5700"/>
                </a:solidFill>
              </a:rPr>
              <a:t>Position/Role,</a:t>
            </a:r>
            <a:r>
              <a:rPr lang="en-US" sz="1050" baseline="0" dirty="0">
                <a:solidFill>
                  <a:srgbClr val="BF5700"/>
                </a:solidFill>
              </a:rPr>
              <a:t> The University of Texas at Austin</a:t>
            </a:r>
            <a:endParaRPr lang="en-US" sz="1050" dirty="0">
              <a:solidFill>
                <a:srgbClr val="BF5700"/>
              </a:solidFill>
            </a:endParaRPr>
          </a:p>
        </p:txBody>
      </p:sp>
      <p:sp>
        <p:nvSpPr>
          <p:cNvPr id="12" name="Text Placeholder 9"/>
          <p:cNvSpPr txBox="1">
            <a:spLocks/>
          </p:cNvSpPr>
          <p:nvPr/>
        </p:nvSpPr>
        <p:spPr>
          <a:xfrm>
            <a:off x="548640" y="457200"/>
            <a:ext cx="7828444" cy="38929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6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sz="1200" b="0" i="0" cap="all" baseline="0" dirty="0">
                <a:solidFill>
                  <a:srgbClr val="BF5700"/>
                </a:solidFill>
                <a:latin typeface="Arial Black" charset="0"/>
              </a:rPr>
              <a:t>Month 20xx</a:t>
            </a:r>
            <a:endParaRPr lang="en-US" sz="1200" b="0" dirty="0">
              <a:solidFill>
                <a:srgbClr val="BF5700"/>
              </a:solidFill>
            </a:endParaRPr>
          </a:p>
        </p:txBody>
      </p:sp>
      <p:sp>
        <p:nvSpPr>
          <p:cNvPr id="13" name="Title Placeholder 7"/>
          <p:cNvSpPr txBox="1">
            <a:spLocks/>
          </p:cNvSpPr>
          <p:nvPr/>
        </p:nvSpPr>
        <p:spPr>
          <a:xfrm>
            <a:off x="502920" y="1200150"/>
            <a:ext cx="7886700" cy="1752600"/>
          </a:xfrm>
          <a:prstGeom prst="rect">
            <a:avLst/>
          </a:prstGeom>
        </p:spPr>
        <p:txBody>
          <a:bodyPr vert="horz" wrap="square" lIns="91440" tIns="45720" rIns="91440" bIns="45720" rtlCol="0" anchor="b">
            <a:noAutofit/>
          </a:bodyPr>
          <a:lstStyle>
            <a:lvl1pPr algn="l" defTabSz="914400" rtl="0" eaLnBrk="1" latinLnBrk="0" hangingPunct="1">
              <a:lnSpc>
                <a:spcPts val="4000"/>
              </a:lnSpc>
              <a:spcBef>
                <a:spcPct val="0"/>
              </a:spcBef>
              <a:buNone/>
              <a:defRPr sz="4800" b="1" i="0" kern="800" cap="all" normalizeH="0" baseline="0">
                <a:solidFill>
                  <a:schemeClr val="bg1"/>
                </a:solidFill>
                <a:latin typeface="Arial Black" charset="0"/>
                <a:ea typeface="Arial Black" charset="0"/>
                <a:cs typeface="Arial Black" charset="0"/>
              </a:defRPr>
            </a:lvl1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Insert your</a:t>
            </a:r>
            <a:br>
              <a:rPr lang="en-US" dirty="0">
                <a:solidFill>
                  <a:srgbClr val="BF5700"/>
                </a:solidFill>
              </a:rPr>
            </a:br>
            <a:r>
              <a:rPr lang="en-US" dirty="0">
                <a:solidFill>
                  <a:srgbClr val="BF5700"/>
                </a:solidFill>
              </a:rPr>
              <a:t>headline here</a:t>
            </a:r>
            <a:br>
              <a:rPr lang="en-US" dirty="0">
                <a:solidFill>
                  <a:srgbClr val="BF5700"/>
                </a:solidFill>
              </a:rPr>
            </a:br>
            <a:r>
              <a:rPr lang="en-US" dirty="0">
                <a:solidFill>
                  <a:srgbClr val="BF5700"/>
                </a:solidFill>
              </a:rPr>
              <a:t>up to 3 lines</a:t>
            </a:r>
          </a:p>
        </p:txBody>
      </p:sp>
      <p:sp>
        <p:nvSpPr>
          <p:cNvPr id="15" name="Text Placeholder 9"/>
          <p:cNvSpPr txBox="1">
            <a:spLocks/>
          </p:cNvSpPr>
          <p:nvPr/>
        </p:nvSpPr>
        <p:spPr>
          <a:xfrm>
            <a:off x="548640" y="3333749"/>
            <a:ext cx="7886700" cy="457201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>
            <a:lvl1pPr marL="0" indent="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/>
              <a:buNone/>
              <a:defRPr sz="1400" b="0" i="0" kern="1200" baseline="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4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20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b="0" i="0" kern="1200">
                <a:solidFill>
                  <a:schemeClr val="bg1"/>
                </a:solidFill>
                <a:latin typeface="Arial" charset="0"/>
                <a:ea typeface="Arial" charset="0"/>
                <a:cs typeface="Arial" charset="0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fontAlgn="auto">
              <a:spcAft>
                <a:spcPts val="0"/>
              </a:spcAft>
            </a:pPr>
            <a:r>
              <a:rPr lang="en-US" dirty="0">
                <a:solidFill>
                  <a:srgbClr val="BF5700"/>
                </a:solidFill>
              </a:rPr>
              <a:t>Insert your subtitle or any additional description text here up to</a:t>
            </a:r>
            <a:br>
              <a:rPr lang="en-US" dirty="0">
                <a:solidFill>
                  <a:srgbClr val="BF5700"/>
                </a:solidFill>
              </a:rPr>
            </a:br>
            <a:r>
              <a:rPr lang="en-US" dirty="0">
                <a:solidFill>
                  <a:srgbClr val="BF5700"/>
                </a:solidFill>
              </a:rPr>
              <a:t>two lines of text or you can delete this text box</a:t>
            </a:r>
          </a:p>
        </p:txBody>
      </p:sp>
      <p:pic>
        <p:nvPicPr>
          <p:cNvPr id="16" name="Picture 1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78699" y="320040"/>
            <a:ext cx="1877397" cy="9143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2510587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496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itle 3">
            <a:extLst>
              <a:ext uri="{FF2B5EF4-FFF2-40B4-BE49-F238E27FC236}">
                <a16:creationId xmlns:a16="http://schemas.microsoft.com/office/drawing/2014/main" id="{3AB3D818-D681-D4B2-088F-9551F919D65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49B2C2A8-3704-5D1A-D48C-088953EBB83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8667848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00209"/>
      </p:ext>
    </p:extLst>
  </p:cSld>
  <p:clrMapOvr>
    <a:masterClrMapping/>
  </p:clrMapOvr>
</p:sld>
</file>

<file path=ppt/theme/theme1.xml><?xml version="1.0" encoding="utf-8"?>
<a:theme xmlns:a="http://schemas.openxmlformats.org/drawingml/2006/main" name="16-9 Cover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 Light" panose="020F0302020204030204"/>
        <a:ea typeface=""/>
        <a:cs typeface=""/>
        <a:font script="Jpan" typeface="Yu Gothic Light"/>
        <a:font script="Hang" typeface="맑은 고딕"/>
        <a:font script="Hans" typeface="DengXian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Yu Gothic"/>
        <a:font script="Hang" typeface="맑은 고딕"/>
        <a:font script="Hans" typeface="DengXian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16-9 Dark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16-9 Light Backgroun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4.xml><?xml version="1.0" encoding="utf-8"?>
<a:theme xmlns:a="http://schemas.openxmlformats.org/drawingml/2006/main" name="16-9 White Backgroud">
  <a:themeElements>
    <a:clrScheme name="UT Brand Color Palette">
      <a:dk1>
        <a:srgbClr val="BE5700"/>
      </a:dk1>
      <a:lt1>
        <a:srgbClr val="FFFFFF"/>
      </a:lt1>
      <a:dk2>
        <a:srgbClr val="D6D2C3"/>
      </a:dk2>
      <a:lt2>
        <a:srgbClr val="333F48"/>
      </a:lt2>
      <a:accent1>
        <a:srgbClr val="F7961F"/>
      </a:accent1>
      <a:accent2>
        <a:srgbClr val="FFD600"/>
      </a:accent2>
      <a:accent3>
        <a:srgbClr val="A6CC57"/>
      </a:accent3>
      <a:accent4>
        <a:srgbClr val="579C41"/>
      </a:accent4>
      <a:accent5>
        <a:srgbClr val="00A8B6"/>
      </a:accent5>
      <a:accent6>
        <a:srgbClr val="005E86"/>
      </a:accent6>
      <a:hlink>
        <a:srgbClr val="BF5700"/>
      </a:hlink>
      <a:folHlink>
        <a:srgbClr val="9CADB7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5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5863</TotalTime>
  <Words>250</Words>
  <Application>Microsoft Macintosh PowerPoint</Application>
  <PresentationFormat>On-screen Show (16:9)</PresentationFormat>
  <Paragraphs>30</Paragraphs>
  <Slides>8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4</vt:i4>
      </vt:variant>
      <vt:variant>
        <vt:lpstr>Slide Titles</vt:lpstr>
      </vt:variant>
      <vt:variant>
        <vt:i4>8</vt:i4>
      </vt:variant>
    </vt:vector>
  </HeadingPairs>
  <TitlesOfParts>
    <vt:vector size="15" baseType="lpstr">
      <vt:lpstr>Arial</vt:lpstr>
      <vt:lpstr>Arial Black</vt:lpstr>
      <vt:lpstr>Calibri</vt:lpstr>
      <vt:lpstr>16-9 Cover</vt:lpstr>
      <vt:lpstr>16-9 Dark Background</vt:lpstr>
      <vt:lpstr>16-9 Light Background</vt:lpstr>
      <vt:lpstr>16-9 White Backgroud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Template</dc:title>
  <dc:subject/>
  <dc:creator>University Marketing and Creative Services</dc:creator>
  <cp:keywords/>
  <dc:description/>
  <cp:lastModifiedBy>Seigler, Allison</cp:lastModifiedBy>
  <cp:revision>410</cp:revision>
  <cp:lastPrinted>2011-01-24T02:49:42Z</cp:lastPrinted>
  <dcterms:created xsi:type="dcterms:W3CDTF">2011-06-30T15:04:08Z</dcterms:created>
  <dcterms:modified xsi:type="dcterms:W3CDTF">2026-02-25T03:40:43Z</dcterms:modified>
  <cp:category/>
</cp:coreProperties>
</file>